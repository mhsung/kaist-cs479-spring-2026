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19" d="100"/>
          <a:sy n="119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yuk Sung" userId="60562023b6640282" providerId="LiveId" clId="{4241FD6D-C26B-094C-BB94-1119F9164AC5}"/>
    <pc:docChg chg="modSld">
      <pc:chgData name="Minhyuk Sung" userId="60562023b6640282" providerId="LiveId" clId="{4241FD6D-C26B-094C-BB94-1119F9164AC5}" dt="2025-02-12T03:53:34.267" v="2" actId="1076"/>
      <pc:docMkLst>
        <pc:docMk/>
      </pc:docMkLst>
      <pc:sldChg chg="addSp modSp mod">
        <pc:chgData name="Minhyuk Sung" userId="60562023b6640282" providerId="LiveId" clId="{4241FD6D-C26B-094C-BB94-1119F9164AC5}" dt="2025-02-12T03:53:34.267" v="2" actId="1076"/>
        <pc:sldMkLst>
          <pc:docMk/>
          <pc:sldMk cId="912152392" sldId="256"/>
        </pc:sldMkLst>
        <pc:picChg chg="add mod">
          <ac:chgData name="Minhyuk Sung" userId="60562023b6640282" providerId="LiveId" clId="{4241FD6D-C26B-094C-BB94-1119F9164AC5}" dt="2025-02-12T03:53:34.267" v="2" actId="1076"/>
          <ac:picMkLst>
            <pc:docMk/>
            <pc:sldMk cId="912152392" sldId="256"/>
            <ac:picMk id="3" creationId="{F25198A4-6685-5D7B-AA81-1BA5843329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7C189C-62DC-CD42-A0C8-D670AF477747}" type="datetimeFigureOut">
              <a:rPr lang="en-KR" smtClean="0"/>
              <a:t>2/12/25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43E0C-8639-684F-B993-9DFF9611282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15547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/blog/gaussian-splatting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43E0C-8639-684F-B993-9DFF96112825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09883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8EFD-D7E5-B9A3-EA44-397251AB5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BB342-1DA0-6AE8-6665-0C21D61D3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2017-6E90-8A5A-FE74-0D92FF20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A31A6-D8A1-8C84-B492-47E93A813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4E33A-EEA2-B0A6-8B1A-CAAE7AAF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9797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2399-FCA3-C0F3-253A-12B746059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7826-5E8F-82B7-20E3-0162DE173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82439-D863-C80E-FDCF-7E0D243B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6A88C-BF96-75C2-960B-BA8519410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AC64A-7203-15E7-ADE3-05DC62CA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77741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692F-DF4C-A133-6ACC-A8F3FB764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E01E3-023C-8F65-B38A-89C928F4F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826C0-C534-2A13-BF6C-B46EED08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A8D3E-1B85-8F17-5F91-11494215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54FC0-8345-9C41-69F0-B32D2C71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8287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A639F-5281-090D-3187-6C1CD4B86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A9BED-4327-8D6C-7F2A-4927A3998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BE0037-9599-994B-A25E-F7927D139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0DD4A-BEB4-6063-6B65-1AC3E1E5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2CBE7-60B5-D533-B5F2-C302361E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260D3-6387-62EA-8E22-937AB85A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8220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37A4D-7486-6306-2D94-6707CD701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D4CE5-8E3C-6817-9612-48ACCF024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FDE98-FEA4-87EE-01E0-94D0CC70D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B254A-7800-A470-62B3-1932AFD11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21527D-688E-1D83-E3A6-7701C8FD7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145A94-5DDC-DDA1-9FA5-93FFAA0B6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33E49-B9C3-BD80-718F-73D2F0A8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F434B-D3CB-FFCA-1242-2C864328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13471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2FF6-9CC7-2EDF-7004-7356CC752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0BA91-F50B-63F3-D6EF-F004F163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80A0D6-B494-C57D-2F46-A7F03C115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3E4EE-E29A-F3CC-8A17-3E7B5572F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0869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5158D-3666-64BA-F2BD-C551AA8C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A0316-E84E-3589-4EFF-A6F785A7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439EA-7809-4D6A-A602-EFA83705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2056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D5422-E458-C0D8-51FA-B1916C707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0EE80-8F2D-0C6C-B387-0D7A44911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5D902-C9E5-17DA-0AEF-6D0748F6A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B069D-F95E-F68F-0D60-6FC805A2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7ED33-5CB2-E6AF-76FA-56A889E9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B624C-4553-661F-6981-48A6857CD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5858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A722-F047-730C-8366-9A44BD06D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8D458-C441-2B1F-72CD-8939459048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AFE0E-2D54-E1B9-928F-CCBD724EE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E96CB-2C1A-199D-13C8-73B359221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69C58-5096-BFF7-7737-3AEC033CB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F792C-C312-8FDF-0C1C-8EBF73EC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5717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CF1E-451C-74C9-BB6F-9C9A2E72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2ED5C-E332-65BD-D37E-FA30AC392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467C7-2C18-B822-2A9F-02B97C1C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973F8-75A5-3E52-6303-EA5DF13E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D46BA-2C43-E987-CEBD-03685AA7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45767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3CFD13-9840-221E-2FAD-D4DBCC4B6C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80B26-C3BA-60E0-7CA7-855DE51D0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ED82-C0DF-C8DC-5AD9-C0352528D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88203-9046-B241-E41A-FF8896C5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4F9C5-5F33-520F-E804-C4619E6E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0412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29AA35-BAC5-F7F8-004A-80E6D2802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F6221-CB0D-636E-FEDF-A960D2D9A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F3428-055E-8041-FBAA-E22F234CAD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51F39-B9BB-B740-858D-2C98BB892566}" type="datetimeFigureOut">
              <a:rPr lang="en-KR" smtClean="0"/>
              <a:t>2/12/25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AB53B-41DD-4F40-830D-1FEE20D83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945DE-49E2-CB57-CA12-2BD81AD7A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41CD9-3D6D-834A-9F82-E1DDC976AD9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9841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8AF727-74A3-3300-70F0-5A15F8A04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3000"/>
            <a:ext cx="4158968" cy="259200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410B215-CB8B-EFA1-49C5-B656AA308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020" y="2133000"/>
            <a:ext cx="3899401" cy="25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5198A4-6685-5D7B-AA81-1BA584332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473" y="2133000"/>
            <a:ext cx="2592000" cy="25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52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Minhyuk Sung</dc:creator>
  <cp:lastModifiedBy>Minhyuk Sung</cp:lastModifiedBy>
  <cp:revision>1</cp:revision>
  <dcterms:created xsi:type="dcterms:W3CDTF">2025-02-12T03:39:35Z</dcterms:created>
  <dcterms:modified xsi:type="dcterms:W3CDTF">2025-02-12T03:53:37Z</dcterms:modified>
</cp:coreProperties>
</file>